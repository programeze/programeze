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Pronombres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3703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palabras que reemplazan a otras.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Nuestra misión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Descubrir qué es un pronombre</a:t>
            </a:r>
            <a:pPr algn="ctr" indent="0" marL="0">
              <a:spcAft>
                <a:spcPts val="1400"/>
              </a:spcAft>
              <a:buNone/>
            </a:pP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los pronombres personales</a:t>
            </a:r>
            <a:pPr algn="ctr" indent="0" marL="0">
              <a:spcAft>
                <a:spcPts val="1400"/>
              </a:spcAft>
              <a:buNone/>
            </a:pPr>
            <a:endParaRPr lang="en-US" sz="28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los pronombres posesivos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pronombre?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9418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pronombres son palabras que usamos para </a:t>
            </a:r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reemplazar</a:t>
            </a:r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los sustantivos (los nombres de las cosas o personas) para </a:t>
            </a:r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repetirlos todo el tiempo</a:t>
            </a:r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Pronombres Personales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19202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los que reemplazan a las personas.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960745" cy="777240"/>
          </a:xfrm>
          <a:prstGeom prst="roundRect">
            <a:avLst>
              <a:gd name="adj" fmla="val 47059"/>
            </a:avLst>
          </a:prstGeom>
          <a:solidFill>
            <a:srgbClr val="152238"/>
          </a:solidFill>
          <a:ln w="22225">
            <a:solidFill>
              <a:srgbClr val="7CB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9607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37985" y="3200400"/>
            <a:ext cx="960745" cy="777240"/>
          </a:xfrm>
          <a:prstGeom prst="roundRect">
            <a:avLst>
              <a:gd name="adj" fmla="val 47059"/>
            </a:avLst>
          </a:prstGeom>
          <a:solidFill>
            <a:srgbClr val="152238"/>
          </a:solidFill>
          <a:ln w="22225">
            <a:solidFill>
              <a:srgbClr val="7CB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985" y="3200400"/>
            <a:ext cx="9607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8770" y="3200400"/>
            <a:ext cx="960745" cy="777240"/>
          </a:xfrm>
          <a:prstGeom prst="roundRect">
            <a:avLst>
              <a:gd name="adj" fmla="val 47059"/>
            </a:avLst>
          </a:prstGeom>
          <a:solidFill>
            <a:srgbClr val="152238"/>
          </a:solidFill>
          <a:ln w="22225">
            <a:solidFill>
              <a:srgbClr val="7CB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8770" y="3200400"/>
            <a:ext cx="9607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9555" y="3200400"/>
            <a:ext cx="1319423" cy="777240"/>
          </a:xfrm>
          <a:prstGeom prst="roundRect">
            <a:avLst>
              <a:gd name="adj" fmla="val 47059"/>
            </a:avLst>
          </a:prstGeom>
          <a:solidFill>
            <a:srgbClr val="152238"/>
          </a:solidFill>
          <a:ln w="22225">
            <a:solidFill>
              <a:srgbClr val="7CB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9555" y="3200400"/>
            <a:ext cx="131942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39018" y="3200400"/>
            <a:ext cx="2190498" cy="777240"/>
          </a:xfrm>
          <a:prstGeom prst="roundRect">
            <a:avLst>
              <a:gd name="adj" fmla="val 47059"/>
            </a:avLst>
          </a:prstGeom>
          <a:solidFill>
            <a:srgbClr val="152238"/>
          </a:solidFill>
          <a:ln w="22225">
            <a:solidFill>
              <a:srgbClr val="7CB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39018" y="3200400"/>
            <a:ext cx="2190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49556" y="3200400"/>
            <a:ext cx="1972729" cy="777240"/>
          </a:xfrm>
          <a:prstGeom prst="roundRect">
            <a:avLst>
              <a:gd name="adj" fmla="val 47059"/>
            </a:avLst>
          </a:prstGeom>
          <a:solidFill>
            <a:srgbClr val="152238"/>
          </a:solidFill>
          <a:ln w="22225">
            <a:solidFill>
              <a:srgbClr val="7CB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556" y="3200400"/>
            <a:ext cx="19727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Ustedes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742325" y="3200400"/>
            <a:ext cx="1537192" cy="777240"/>
          </a:xfrm>
          <a:prstGeom prst="roundRect">
            <a:avLst>
              <a:gd name="adj" fmla="val 47059"/>
            </a:avLst>
          </a:prstGeom>
          <a:solidFill>
            <a:srgbClr val="152238"/>
          </a:solidFill>
          <a:ln w="22225">
            <a:solidFill>
              <a:srgbClr val="7CB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42325" y="3200400"/>
            <a:ext cx="1537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Ellos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usan?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vez de decir...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2423160"/>
            <a:ext cx="4663440" cy="1371600"/>
          </a:xfrm>
          <a:prstGeom prst="roundRect">
            <a:avLst>
              <a:gd name="adj" fmla="val 8667"/>
            </a:avLst>
          </a:prstGeom>
          <a:solidFill>
            <a:srgbClr val="152238"/>
          </a:solidFill>
          <a:ln w="25400">
            <a:solidFill>
              <a:srgbClr val="5A6B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“Martín juega a la pelota.”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12280" y="2423160"/>
            <a:ext cx="4663440" cy="1371600"/>
          </a:xfrm>
          <a:prstGeom prst="roundRect">
            <a:avLst>
              <a:gd name="adj" fmla="val 8667"/>
            </a:avLst>
          </a:prstGeom>
          <a:solidFill>
            <a:srgbClr val="152238"/>
          </a:solidFill>
          <a:ln w="31750">
            <a:solidFill>
              <a:srgbClr val="7ED95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95160" y="242316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“Él juega a la pelota.”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577840" y="3108960"/>
            <a:ext cx="1005840" cy="0"/>
          </a:xfrm>
          <a:prstGeom prst="line">
            <a:avLst/>
          </a:prstGeom>
          <a:noFill/>
          <a:ln w="38100">
            <a:solidFill>
              <a:srgbClr val="7CBEFF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3977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...decimos esto.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Mini misión: ¡Adivina el pronombre!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7830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palabra usarías para reemplazar a "Ana y Laura"?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691640" y="338328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91640" y="3383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Ella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800600" y="338328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3383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Ellas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909560" y="3383280"/>
            <a:ext cx="2560320" cy="1280160"/>
          </a:xfrm>
          <a:prstGeom prst="roundRect">
            <a:avLst>
              <a:gd name="adj" fmla="val 9286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09560" y="3383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 Nosotros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Pronombres Posesivos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los que indican que algo le pertenece a alguien.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22476" y="3200400"/>
            <a:ext cx="1572768" cy="777240"/>
          </a:xfrm>
          <a:prstGeom prst="roundRect">
            <a:avLst>
              <a:gd name="adj" fmla="val 47059"/>
            </a:avLst>
          </a:prstGeom>
          <a:solidFill>
            <a:srgbClr val="152238"/>
          </a:solidFill>
          <a:ln w="22225">
            <a:solidFill>
              <a:srgbClr val="7CB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2476" y="320040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15284" y="3200400"/>
            <a:ext cx="1883664" cy="777240"/>
          </a:xfrm>
          <a:prstGeom prst="roundRect">
            <a:avLst>
              <a:gd name="adj" fmla="val 47059"/>
            </a:avLst>
          </a:prstGeom>
          <a:solidFill>
            <a:srgbClr val="152238"/>
          </a:solidFill>
          <a:ln w="22225">
            <a:solidFill>
              <a:srgbClr val="7CB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5284" y="32004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618988" y="3200400"/>
            <a:ext cx="1883664" cy="777240"/>
          </a:xfrm>
          <a:prstGeom prst="roundRect">
            <a:avLst>
              <a:gd name="adj" fmla="val 47059"/>
            </a:avLst>
          </a:prstGeom>
          <a:solidFill>
            <a:srgbClr val="152238"/>
          </a:solidFill>
          <a:ln w="22225">
            <a:solidFill>
              <a:srgbClr val="7CB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18988" y="32004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822692" y="3200400"/>
            <a:ext cx="2816352" cy="777240"/>
          </a:xfrm>
          <a:prstGeom prst="roundRect">
            <a:avLst>
              <a:gd name="adj" fmla="val 47059"/>
            </a:avLst>
          </a:prstGeom>
          <a:solidFill>
            <a:srgbClr val="152238"/>
          </a:solidFill>
          <a:ln w="22225">
            <a:solidFill>
              <a:srgbClr val="7CB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22692" y="320040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Pista para detectives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7830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frase "Ese lápiz es mío"...</a:t>
            </a:r>
            <a:endParaRPr lang="en-US" sz="2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palabra "mío" es un pronombre posesivo?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423160" y="3703320"/>
            <a:ext cx="3108960" cy="1371600"/>
          </a:xfrm>
          <a:prstGeom prst="roundRect">
            <a:avLst>
              <a:gd name="adj" fmla="val 8667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423160" y="3703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  Sí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629400" y="3703320"/>
            <a:ext cx="3108960" cy="1371600"/>
          </a:xfrm>
          <a:prstGeom prst="roundRect">
            <a:avLst>
              <a:gd name="adj" fmla="val 8667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3703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👎  No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¡Cuidado!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confundas los pronombres personales con los posesivos.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4937760" cy="1920240"/>
          </a:xfrm>
          <a:prstGeom prst="roundRect">
            <a:avLst>
              <a:gd name="adj" fmla="val 6190"/>
            </a:avLst>
          </a:prstGeom>
          <a:solidFill>
            <a:srgbClr val="152238"/>
          </a:solidFill>
          <a:ln w="28575">
            <a:solidFill>
              <a:srgbClr val="7CBE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6791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“Él”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persona.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(pronombre personal)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2514600"/>
            <a:ext cx="4937760" cy="1920240"/>
          </a:xfrm>
          <a:prstGeom prst="roundRect">
            <a:avLst>
              <a:gd name="adj" fmla="val 6190"/>
            </a:avLst>
          </a:prstGeom>
          <a:solidFill>
            <a:srgbClr val="152238"/>
          </a:solidFill>
          <a:ln w="28575">
            <a:solidFill>
              <a:srgbClr val="7ED95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6791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“Suyo”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675120" y="32918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 que algo es de él.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(pronombre posesivo)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B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Lo importante de hoy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25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400"/>
              </a:spcAft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pronombres reemplazan a los nombres</a:t>
            </a:r>
            <a:pPr algn="ctr" indent="0" marL="0">
              <a:spcAft>
                <a:spcPts val="1400"/>
              </a:spcAft>
              <a:buNone/>
            </a:pPr>
            <a:endParaRPr lang="en-US" sz="25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5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400"/>
              </a:spcAft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personales indican quién hace algo (yo, tú, él)</a:t>
            </a:r>
            <a:pPr algn="ctr" indent="0" marL="0">
              <a:spcAft>
                <a:spcPts val="1400"/>
              </a:spcAft>
              <a:buNone/>
            </a:pPr>
            <a:endParaRPr lang="en-US" sz="25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5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spcAft>
                <a:spcPts val="1400"/>
              </a:spcAft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posesivos indican de quién es algo (mío, tuyo)</a:t>
            </a:r>
            <a:endParaRPr lang="en-US" sz="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¡Misión cumplida! 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280160" y="3474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aprendiste a usar los pronombres para no repetir palabras.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Lengua — Los Pronombres</dc:title>
  <dc:subject>PptxGenJS Presentation</dc:subject>
  <dc:creator>Aula Zoe</dc:creator>
  <cp:lastModifiedBy>Aula Zoe</cp:lastModifiedBy>
  <cp:revision>1</cp:revision>
  <dcterms:created xsi:type="dcterms:W3CDTF">2026-06-29T07:38:31Z</dcterms:created>
  <dcterms:modified xsi:type="dcterms:W3CDTF">2026-06-29T07:38:31Z</dcterms:modified>
</cp:coreProperties>
</file>