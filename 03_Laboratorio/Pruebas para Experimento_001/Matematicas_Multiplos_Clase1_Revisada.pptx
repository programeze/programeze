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Múltiplos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¡Saltando en la recta numérica!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 flipV="1">
            <a:off x="1920240" y="4892040"/>
            <a:ext cx="8321040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148840" y="4782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5056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 flipV="1">
            <a:off x="2148840" y="4325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59480" y="4325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0840" y="3941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flipV="1">
            <a:off x="4770120" y="4782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2920" y="5056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 flipV="1">
            <a:off x="4770120" y="4325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4325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3941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 flipV="1">
            <a:off x="7391400" y="4782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4200" y="5056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 flipV="1">
            <a:off x="7391400" y="4325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02040" y="4325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3400" y="3941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 flipV="1">
            <a:off x="10012680" y="4782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5056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819656" y="4059936"/>
            <a:ext cx="201168" cy="14630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76856" y="4059936"/>
            <a:ext cx="201168" cy="14630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65376" y="3749040"/>
            <a:ext cx="566928" cy="420624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56232" y="3630168"/>
            <a:ext cx="182880" cy="18288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58568" y="3630168"/>
            <a:ext cx="182880" cy="18288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92808" y="365760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295144" y="365760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920240" y="3680460"/>
            <a:ext cx="54864" cy="54864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30" name="Shape 28"/>
          <p:cNvSpPr/>
          <p:nvPr/>
        </p:nvSpPr>
        <p:spPr>
          <a:xfrm>
            <a:off x="2322576" y="3680460"/>
            <a:ext cx="54864" cy="54864"/>
          </a:xfrm>
          <a:prstGeom prst="ellipse">
            <a:avLst/>
          </a:prstGeom>
          <a:solidFill>
            <a:srgbClr val="0A122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Nuestra misión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463040" y="2560320"/>
            <a:ext cx="9235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8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Descubrir qué es un múltiplo</a:t>
            </a:r>
            <a:endParaRPr lang="en-US" sz="3000" dirty="0"/>
          </a:p>
          <a:p>
            <a:pPr algn="ctr" indent="0" marL="0"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8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a dar saltos iguales en la recta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múltiplo?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2011680"/>
            <a:ext cx="9784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múltiplo </a:t>
            </a:r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número</a:t>
            </a:r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sale al </a:t>
            </a:r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multiplicarlo</a:t>
            </a:r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una y otra vez. Es como saltar </a:t>
            </a:r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ese mismo tamaño</a:t>
            </a:r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empezando en el </a:t>
            </a:r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68035" y="5490515"/>
            <a:ext cx="191110" cy="138989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02375" y="5490515"/>
            <a:ext cx="191110" cy="138989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1469" y="5195164"/>
            <a:ext cx="538582" cy="399593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2782" y="5082235"/>
            <a:ext cx="173736" cy="173736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5002" y="5082235"/>
            <a:ext cx="173736" cy="173736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37530" y="5108296"/>
            <a:ext cx="104242" cy="10424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19749" y="5108296"/>
            <a:ext cx="104242" cy="10424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863590" y="5130013"/>
            <a:ext cx="52121" cy="52121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12" name="Shape 10"/>
          <p:cNvSpPr/>
          <p:nvPr/>
        </p:nvSpPr>
        <p:spPr>
          <a:xfrm>
            <a:off x="6245809" y="5130013"/>
            <a:ext cx="52121" cy="52121"/>
          </a:xfrm>
          <a:prstGeom prst="ellipse">
            <a:avLst/>
          </a:prstGeom>
          <a:solidFill>
            <a:srgbClr val="0A122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rana del 2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 flipV="1">
            <a:off x="1920240" y="3749040"/>
            <a:ext cx="8321040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214884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 flipV="1">
            <a:off x="2148840" y="3182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59480" y="3182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1084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flipV="1">
            <a:off x="477012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292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 flipV="1">
            <a:off x="4770120" y="3182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3182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 flipV="1">
            <a:off x="739140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420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 flipV="1">
            <a:off x="7391400" y="3182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02040" y="3182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340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 flipV="1">
            <a:off x="1001268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5548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819656" y="2916936"/>
            <a:ext cx="201168" cy="14630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76856" y="2916936"/>
            <a:ext cx="201168" cy="14630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5376" y="2606040"/>
            <a:ext cx="566928" cy="420624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56232" y="2487168"/>
            <a:ext cx="182880" cy="18288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8568" y="2487168"/>
            <a:ext cx="182880" cy="18288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92808" y="251460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295144" y="251460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920240" y="2537460"/>
            <a:ext cx="54864" cy="54864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29" name="Shape 27"/>
          <p:cNvSpPr/>
          <p:nvPr/>
        </p:nvSpPr>
        <p:spPr>
          <a:xfrm>
            <a:off x="2322576" y="2537460"/>
            <a:ext cx="54864" cy="54864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números 0, 2, 4 y 6 son múltiplos de 2.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Mini misión: ¡Adivina el salto!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7373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rana está en el 6 y da un salto más de a 2, ¿a dónde llega?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691640" y="338328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91640" y="3383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Al 7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800600" y="338328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3383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Al 8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909560" y="338328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09560" y="3383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 Al 10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saltamos más lejos?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 flipV="1">
            <a:off x="1188720" y="3749040"/>
            <a:ext cx="9784080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41732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 flipV="1">
            <a:off x="141732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8318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3454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flipV="1">
            <a:off x="374904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 flipV="1">
            <a:off x="374904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490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626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 flipV="1">
            <a:off x="608076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 flipV="1">
            <a:off x="608076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662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798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 flipV="1">
            <a:off x="841248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 flipV="1">
            <a:off x="841248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7834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2970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 flipV="1">
            <a:off x="1074420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8700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088136" y="2916936"/>
            <a:ext cx="201168" cy="14630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45336" y="2916936"/>
            <a:ext cx="201168" cy="14630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3856" y="2606040"/>
            <a:ext cx="566928" cy="420624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24712" y="2487168"/>
            <a:ext cx="182880" cy="18288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27048" y="2487168"/>
            <a:ext cx="182880" cy="18288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61288" y="251460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563624" y="251460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188720" y="2537460"/>
            <a:ext cx="54864" cy="54864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34" name="Shape 32"/>
          <p:cNvSpPr/>
          <p:nvPr/>
        </p:nvSpPr>
        <p:spPr>
          <a:xfrm>
            <a:off x="1591056" y="2537460"/>
            <a:ext cx="54864" cy="54864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resultados de la tabla del 5 son múltiplos de 5.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Pista para detectives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97280" y="20116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número 25 es múltiplo de 5?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423160" y="3657600"/>
            <a:ext cx="3108960" cy="1371600"/>
          </a:xfrm>
          <a:prstGeom prst="roundRect">
            <a:avLst>
              <a:gd name="adj" fmla="val 8667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423160" y="36576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👍  Sí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629400" y="3657600"/>
            <a:ext cx="3108960" cy="1371600"/>
          </a:xfrm>
          <a:prstGeom prst="roundRect">
            <a:avLst>
              <a:gd name="adj" fmla="val 8667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36576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👎  No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¡Cuidado con la rana!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97280" y="16916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rana salta del 0 al 3, y luego al 4… ¿está dando saltos iguales?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 flipV="1">
            <a:off x="2651760" y="3977640"/>
            <a:ext cx="6858000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8679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23160" y="41422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 flipV="1">
            <a:off x="6720840" y="38679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41422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 flipV="1">
            <a:off x="8001000" y="38679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41422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 flipV="1">
            <a:off x="2880360" y="3474720"/>
            <a:ext cx="1920240" cy="502920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3474720"/>
            <a:ext cx="1920240" cy="502920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720840" y="3474720"/>
            <a:ext cx="640080" cy="502920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920" y="3474720"/>
            <a:ext cx="640080" cy="502920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84094" y="3199486"/>
            <a:ext cx="181051" cy="13167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95574" y="3199486"/>
            <a:ext cx="181051" cy="13167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5242" y="2919679"/>
            <a:ext cx="510235" cy="378562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17013" y="2812694"/>
            <a:ext cx="164592" cy="164592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9115" y="2812694"/>
            <a:ext cx="164592" cy="164592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49931" y="2837383"/>
            <a:ext cx="98755" cy="98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012034" y="2837383"/>
            <a:ext cx="98755" cy="98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674620" y="2857957"/>
            <a:ext cx="49378" cy="49378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23" name="Shape 21"/>
          <p:cNvSpPr/>
          <p:nvPr/>
        </p:nvSpPr>
        <p:spPr>
          <a:xfrm>
            <a:off x="3036722" y="2857957"/>
            <a:ext cx="49378" cy="49378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👎 No. 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múltiplos siempre mantienen la </a:t>
            </a:r>
            <a:pPr algn="ctr" indent="0" marL="0">
              <a:buNone/>
            </a:pPr>
            <a:r>
              <a:rPr lang="en-US" sz="2600" b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distancia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Desafío final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97280" y="17373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de estos números NO es un múltiplo de 2?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2606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Pista: acordate de los saltos de a 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91640" y="356616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91640" y="35661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10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800600" y="356616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35661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12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909560" y="356616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09560" y="35661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 15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Lo importante de hoy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97280" y="2286000"/>
            <a:ext cx="9966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múltiplo de un número sale al multiplicarlo</a:t>
            </a:r>
            <a:endParaRPr lang="en-US" sz="2800" dirty="0"/>
          </a:p>
          <a:p>
            <a:pPr algn="ctr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son saltos iguales desde el 0</a:t>
            </a:r>
            <a:endParaRPr lang="en-US" sz="2800" dirty="0"/>
          </a:p>
          <a:p>
            <a:pPr algn="ctr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mantienen la misma distancia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84494" y="5805526"/>
            <a:ext cx="181051" cy="13167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5974" y="5805526"/>
            <a:ext cx="181051" cy="13167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25642" y="5525719"/>
            <a:ext cx="510235" cy="378562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7413" y="5418734"/>
            <a:ext cx="164592" cy="164592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9515" y="5418734"/>
            <a:ext cx="164592" cy="164592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0331" y="5443423"/>
            <a:ext cx="98755" cy="98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12434" y="5443423"/>
            <a:ext cx="98755" cy="98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875020" y="5463997"/>
            <a:ext cx="49378" cy="49378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7122" y="5463997"/>
            <a:ext cx="49378" cy="49378"/>
          </a:xfrm>
          <a:prstGeom prst="ellipse">
            <a:avLst/>
          </a:prstGeom>
          <a:solidFill>
            <a:srgbClr val="0A1223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¡Misión cumplida! 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280160" y="2834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aprendiste a encontrar múltiplos saltando como una rana.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86984" y="5180076"/>
            <a:ext cx="301752" cy="219456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72784" y="5180076"/>
            <a:ext cx="301752" cy="219456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55564" y="4713732"/>
            <a:ext cx="850392" cy="630936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1848" y="4535424"/>
            <a:ext cx="274320" cy="27432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5352" y="4535424"/>
            <a:ext cx="274320" cy="27432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96712" y="457657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300216" y="457657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737860" y="4610862"/>
            <a:ext cx="82296" cy="82296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1364" y="4610862"/>
            <a:ext cx="82296" cy="82296"/>
          </a:xfrm>
          <a:prstGeom prst="ellipse">
            <a:avLst/>
          </a:prstGeom>
          <a:solidFill>
            <a:srgbClr val="0A122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Matemáticas — Los Múltiplos</dc:title>
  <dc:subject>PptxGenJS Presentation</dc:subject>
  <dc:creator>Aula Zoe</dc:creator>
  <cp:lastModifiedBy>Aula Zoe</cp:lastModifiedBy>
  <cp:revision>1</cp:revision>
  <dcterms:created xsi:type="dcterms:W3CDTF">2026-06-28T22:54:05Z</dcterms:created>
  <dcterms:modified xsi:type="dcterms:W3CDTF">2026-06-28T22:54:05Z</dcterms:modified>
</cp:coreProperties>
</file>