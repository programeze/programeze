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Múltiplos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¡Saltando en la recta numérica!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flipV="1">
            <a:off x="1920240" y="4892040"/>
            <a:ext cx="832104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14884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 flipV="1">
            <a:off x="214884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948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084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flipV="1">
            <a:off x="477012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292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 flipV="1">
            <a:off x="477012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 flipV="1">
            <a:off x="739140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420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 flipV="1">
            <a:off x="739140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2040" y="4325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340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 flipV="1">
            <a:off x="10012680" y="4782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5056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819656" y="4059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76856" y="4059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5376" y="3749040"/>
            <a:ext cx="566928" cy="420624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56232" y="3630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58568" y="3630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92808" y="3657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95144" y="3657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920240" y="3680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0" name="Shape 28"/>
          <p:cNvSpPr/>
          <p:nvPr/>
        </p:nvSpPr>
        <p:spPr>
          <a:xfrm>
            <a:off x="2322576" y="3680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Nuestra misión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463040" y="2560320"/>
            <a:ext cx="923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qué es un múltiplo</a:t>
            </a:r>
            <a:endParaRPr lang="en-US" sz="3000" dirty="0"/>
          </a:p>
          <a:p>
            <a:pPr algn="ctr" indent="0" marL="0"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8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a dar saltos iguales en la recta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múltiplo?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280160" y="201168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múltiplo es el resultado que obtenemos al </a:t>
            </a:r>
            <a:pPr algn="ct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multiplicar</a:t>
            </a:r>
            <a:pPr algn="ctr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número por otro.</a:t>
            </a:r>
            <a:endParaRPr lang="en-US" sz="3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como dar </a:t>
            </a:r>
            <a:endParaRPr lang="en-US" sz="3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saltos del mismo tamaño</a:t>
            </a:r>
            <a:pPr algn="ctr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8035" y="5490515"/>
            <a:ext cx="191110" cy="138989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02375" y="5490515"/>
            <a:ext cx="191110" cy="138989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1469" y="5195164"/>
            <a:ext cx="538582" cy="399593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2782" y="5082235"/>
            <a:ext cx="173736" cy="173736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5002" y="5082235"/>
            <a:ext cx="173736" cy="173736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37530" y="5108296"/>
            <a:ext cx="104242" cy="1042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9749" y="5108296"/>
            <a:ext cx="104242" cy="10424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63590" y="5130013"/>
            <a:ext cx="52121" cy="52121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45809" y="5130013"/>
            <a:ext cx="52121" cy="52121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rana del 2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 flipV="1">
            <a:off x="1920240" y="3749040"/>
            <a:ext cx="832104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14884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 flipV="1">
            <a:off x="214884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5948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084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flipV="1">
            <a:off x="477012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292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477012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flipV="1">
            <a:off x="739140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420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 flipV="1">
            <a:off x="739140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2040" y="3182112"/>
            <a:ext cx="131064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40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 flipV="1">
            <a:off x="1001268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81965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7685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5376" y="2606040"/>
            <a:ext cx="566928" cy="420624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56232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92808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295144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29" name="Shape 27"/>
          <p:cNvSpPr/>
          <p:nvPr/>
        </p:nvSpPr>
        <p:spPr>
          <a:xfrm>
            <a:off x="2322576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0, 2, 4 y 6 son múltiplos de 2.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Mini misión: ¡Adivina el salto!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rana está en el 6 y da un salto más de a 2, ¿a dónde llega?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9164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9164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Al 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0060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Al 8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90956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 Al 10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saltamos más lejos?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 flipV="1">
            <a:off x="1188720" y="3749040"/>
            <a:ext cx="978408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41732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 flipV="1">
            <a:off x="141732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8318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454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flipV="1">
            <a:off x="374904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374904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490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626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flipV="1">
            <a:off x="608076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 flipV="1">
            <a:off x="608076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798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 flipV="1">
            <a:off x="841248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 flipV="1">
            <a:off x="841248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78340" y="3182112"/>
            <a:ext cx="1165860" cy="566928"/>
          </a:xfrm>
          <a:prstGeom prst="line">
            <a:avLst/>
          </a:prstGeom>
          <a:noFill/>
          <a:ln w="38100">
            <a:solidFill>
              <a:srgbClr val="7ED9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2970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 flipV="1">
            <a:off x="10744200" y="36393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39136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8813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5336" y="2916936"/>
            <a:ext cx="201168" cy="14630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3856" y="2606040"/>
            <a:ext cx="566928" cy="420624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4712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27048" y="2487168"/>
            <a:ext cx="182880" cy="18288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1288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563624" y="251460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8720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1056" y="2537460"/>
            <a:ext cx="54864" cy="54864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resultados de la tabla del 5 son múltiplos de 5.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Pista para detectives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número 15 es múltiplo de 5?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23160" y="3657600"/>
            <a:ext cx="310896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2316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 Sí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629400" y="3657600"/>
            <a:ext cx="310896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👎  No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¡Cuidado con la rana!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1691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rana salta del 0 al 3, y luego al 4… ¿está dando saltos iguales?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V="1">
            <a:off x="2651760" y="3977640"/>
            <a:ext cx="6858000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880360" y="38679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4142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 flipV="1">
            <a:off x="6720840" y="38679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4142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 flipV="1">
            <a:off x="8001000" y="3867912"/>
            <a:ext cx="0" cy="219456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4142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2880360" y="3474720"/>
            <a:ext cx="192024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3474720"/>
            <a:ext cx="192024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720840" y="3474720"/>
            <a:ext cx="64008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3474720"/>
            <a:ext cx="640080" cy="50292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4094" y="319948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5574" y="319948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5242" y="2919679"/>
            <a:ext cx="510235" cy="37856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17013" y="281269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9115" y="281269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49931" y="283738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2034" y="283738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74620" y="285795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23" name="Shape 21"/>
          <p:cNvSpPr/>
          <p:nvPr/>
        </p:nvSpPr>
        <p:spPr>
          <a:xfrm>
            <a:off x="3036722" y="285795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👎 No.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múltiplos siempre mantienen la </a:t>
            </a:r>
            <a:pPr algn="ctr" indent="0" marL="0">
              <a:buNone/>
            </a:pPr>
            <a:r>
              <a:rPr lang="en-US" sz="260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distancia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Desafío final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de estos números NO es un múltiplo de 2?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2606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Pista: acordate de los saltos de a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356616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10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800600" y="356616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12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909560" y="356616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 15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Lo importante de hoy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280160" y="22860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múltiplos son resultados de multiplicar</a:t>
            </a:r>
            <a:endParaRPr lang="en-US" sz="2800" dirty="0"/>
          </a:p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Podemos verlos como saltos iguales</a:t>
            </a:r>
            <a:pPr algn="ctr" indent="0" marL="0">
              <a:spcAft>
                <a:spcPts val="16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Empiezan en el cero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84494" y="580552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5974" y="5805526"/>
            <a:ext cx="181051" cy="13167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5642" y="5525719"/>
            <a:ext cx="510235" cy="37856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7413" y="541873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9515" y="5418734"/>
            <a:ext cx="164592" cy="164592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0331" y="544342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2434" y="5443423"/>
            <a:ext cx="98755" cy="98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75020" y="546399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7122" y="5463997"/>
            <a:ext cx="49378" cy="49378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¡Misión cumplida! 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80160" y="2834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aprendiste a encontrar múltiplos saltando como una rana.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86984" y="5180076"/>
            <a:ext cx="301752" cy="219456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2784" y="5180076"/>
            <a:ext cx="301752" cy="219456"/>
          </a:xfrm>
          <a:prstGeom prst="ellipse">
            <a:avLst/>
          </a:prstGeom>
          <a:solidFill>
            <a:srgbClr val="7ED957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5564" y="4713732"/>
            <a:ext cx="850392" cy="630936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848" y="4535424"/>
            <a:ext cx="274320" cy="27432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5352" y="4535424"/>
            <a:ext cx="274320" cy="274320"/>
          </a:xfrm>
          <a:prstGeom prst="ellipse">
            <a:avLst/>
          </a:prstGeom>
          <a:solidFill>
            <a:srgbClr val="7ED957"/>
          </a:solidFill>
          <a:ln w="15875">
            <a:solidFill>
              <a:srgbClr val="1B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96712" y="457657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00216" y="457657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737860" y="4610862"/>
            <a:ext cx="82296" cy="82296"/>
          </a:xfrm>
          <a:prstGeom prst="ellipse">
            <a:avLst/>
          </a:prstGeom>
          <a:solidFill>
            <a:srgbClr val="0A12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1364" y="4610862"/>
            <a:ext cx="82296" cy="82296"/>
          </a:xfrm>
          <a:prstGeom prst="ellipse">
            <a:avLst/>
          </a:prstGeom>
          <a:solidFill>
            <a:srgbClr val="0A12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— Los Múltiplos</dc:title>
  <dc:subject>PptxGenJS Presentation</dc:subject>
  <dc:creator>Aula Zoe</dc:creator>
  <cp:lastModifiedBy>Aula Zoe</cp:lastModifiedBy>
  <cp:revision>1</cp:revision>
  <dcterms:created xsi:type="dcterms:W3CDTF">2026-06-28T22:41:55Z</dcterms:created>
  <dcterms:modified xsi:type="dcterms:W3CDTF">2026-06-28T22:41:55Z</dcterms:modified>
</cp:coreProperties>
</file>