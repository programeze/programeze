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SLIDES_API5316777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SLIDES_API5316777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53167771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53167771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S_API53167771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S_API53167771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531677718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531677718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S_API53167771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S_API53167771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531677718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531677718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S_API531677718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S_API531677718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S_API53167771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S_API53167771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SLIDES_API531677718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SLIDES_API531677718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S_API531677718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S_API53167771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</a:rPr>
              <a:t>Los Múltiplos</a:t>
            </a:r>
            <a:endParaRPr b="1" sz="4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</a:rPr>
              <a:t>🐸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7CBEFF"/>
                </a:solidFill>
              </a:rPr>
              <a:t>¡Saltando en la recta numérica!</a:t>
            </a:r>
            <a:endParaRPr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🎯 Nuestra misión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✓ Descubrir qué es un múltiplo.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✓ Aprender a dar saltos iguales en la recta.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¿Qué es un múltiplo?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Un múltiplo es el resultado que obtenemos al multiplicar un número por otro.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Es como dar saltos del mismo tamaño.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La rana del 2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0 ➔ 2 ➔ 4 ➔ 6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Los números 0, 2, 4 y 6 son múltiplos de 2.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🎮 Mini misión: ¡Adivina el salto!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Si la rana está en el 6 y da un salto más de a 2, ¿a dónde llega?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A) Al 7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B) Al 8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C) Al 10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¿Y si saltamos más lejos?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0 ➔ 5 ➔ 10 ➔ 15 ➔ 20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Todos los resultados de la tabla del 5 son múltiplos de 5.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🧩 Pista para detectives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¿El número 15 es múltiplo de 5?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👍 Sí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👎 No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🚨 ¡Cuidado con la rana!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Si la rana salta del 0 al 3, y luego al 4...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¿está dando saltos iguales?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👎 No. Los múltiplos siempre mantienen la misma distancia.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🎯 Desafío final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¿Cuál de estos números NO es un múltiplo de 2?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(Pista: acordate de los saltos de a 2).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A) 10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B) 12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C) 15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🌟 Lo importante de hoy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✓ Los múltiplos son resultados de multiplicar.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✓ Podemos verlos como saltos iguales.</a:t>
            </a:r>
            <a:endParaRPr sz="2800">
              <a:solidFill>
                <a:srgbClr val="7CBE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✓ Empiezan en el cero.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2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600">
                <a:solidFill>
                  <a:srgbClr val="FFFFFF"/>
                </a:solidFill>
              </a:rPr>
              <a:t>🎉 ¡Misión cumplida! 🎉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800">
                <a:solidFill>
                  <a:srgbClr val="7CBEFF"/>
                </a:solidFill>
              </a:rPr>
              <a:t>Hoy aprendiste a encontrar múltiplos saltando como una rana.</a:t>
            </a:r>
            <a:endParaRPr sz="2800">
              <a:solidFill>
                <a:srgbClr val="7CBE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